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73" r:id="rId3"/>
    <p:sldId id="548" r:id="rId4"/>
    <p:sldId id="547" r:id="rId5"/>
    <p:sldId id="544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進度報告" id="{3316B50E-A940-4124-9BBB-A9F21B8EF1E0}">
          <p14:sldIdLst>
            <p14:sldId id="256"/>
          </p14:sldIdLst>
        </p14:section>
        <p14:section name="本周進度" id="{381D6860-8AB4-4E59-9406-2056955E0F1A}">
          <p14:sldIdLst>
            <p14:sldId id="273"/>
            <p14:sldId id="548"/>
            <p14:sldId id="547"/>
          </p14:sldIdLst>
        </p14:section>
        <p14:section name="0808" id="{97FA91FF-CDEB-46D4-85D2-9A8031C71CF0}">
          <p14:sldIdLst>
            <p14:sldId id="544"/>
          </p14:sldIdLst>
        </p14:section>
        <p14:section name="0808" id="{BDAB4162-8A4C-4CAE-9181-3C8DBDCAEC8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599F07-84DA-7A1D-224F-DE5653944674}" name="C109112107" initials="C" userId="C109112107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109112107" initials="C" lastIdx="1" clrIdx="0">
    <p:extLst>
      <p:ext uri="{19B8F6BF-5375-455C-9EA6-DF929625EA0E}">
        <p15:presenceInfo xmlns:p15="http://schemas.microsoft.com/office/powerpoint/2012/main" userId="C109112107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8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outlineViewPr>
    <p:cViewPr>
      <p:scale>
        <a:sx n="33" d="100"/>
        <a:sy n="33" d="100"/>
      </p:scale>
      <p:origin x="0" y="-23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9279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14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>
  <p:cSld name="標題及物件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201850"/>
            <a:ext cx="10515600" cy="503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3577474" y="-1536701"/>
            <a:ext cx="5037053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549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838200" y="114384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838200" y="6296092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 descr="C:\Documents and Settings\frederic\My Documents\My Pictures\Wallpaper Images\GSLAB_LOGO1-120x120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745067" y="1389529"/>
            <a:ext cx="10515600" cy="254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zh-TW" sz="4000" b="0" dirty="0">
                <a:latin typeface="Times New Roman" panose="02020603050405020304" pitchFamily="18" charset="0"/>
                <a:ea typeface="標楷體" panose="03000509000000000000" pitchFamily="65" charset="-120"/>
              </a:rPr>
              <a:t>專案進度報告</a:t>
            </a:r>
            <a:br>
              <a:rPr lang="zh-TW" sz="4000" b="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4000" b="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Three.js_project</a:t>
            </a:r>
            <a:endParaRPr sz="4000" b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負  責  人：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王柏諺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目前成員：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王柏諺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報告日期：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2025/12/26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開始日期：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結束日期：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409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C4F4B6E-4F10-4308-B721-7CE7E0D9C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zh-TW" altLang="en-US" sz="1800" dirty="0">
                <a:ea typeface="標楷體" panose="03000509000000000000" pitchFamily="65" charset="-120"/>
              </a:rPr>
              <a:t>匯入高健場景</a:t>
            </a:r>
            <a:r>
              <a:rPr lang="en-US" altLang="zh-TW" sz="1800" dirty="0" err="1">
                <a:ea typeface="標楷體" panose="03000509000000000000" pitchFamily="65" charset="-120"/>
              </a:rPr>
              <a:t>glb</a:t>
            </a:r>
            <a:r>
              <a:rPr lang="zh-TW" altLang="en-US" sz="1800" dirty="0">
                <a:ea typeface="標楷體" panose="03000509000000000000" pitchFamily="65" charset="-120"/>
              </a:rPr>
              <a:t>檔到</a:t>
            </a:r>
            <a:r>
              <a:rPr lang="en-US" altLang="zh-TW" sz="1800" dirty="0">
                <a:ea typeface="標楷體" panose="03000509000000000000" pitchFamily="65" charset="-120"/>
              </a:rPr>
              <a:t>Three.js</a:t>
            </a:r>
            <a:r>
              <a:rPr lang="zh-TW" altLang="en-US" sz="1800" dirty="0">
                <a:ea typeface="標楷體" panose="03000509000000000000" pitchFamily="65" charset="-120"/>
              </a:rPr>
              <a:t>網頁</a:t>
            </a:r>
            <a:endParaRPr lang="en-US" altLang="zh-TW" sz="1800" dirty="0">
              <a:ea typeface="標楷體" panose="03000509000000000000" pitchFamily="65" charset="-12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規劃半透明區塊標示物件</a:t>
            </a: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C3B81C9-AA45-4CFD-A0D8-FE7A2FCE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本周進度</a:t>
            </a:r>
          </a:p>
        </p:txBody>
      </p:sp>
    </p:spTree>
    <p:extLst>
      <p:ext uri="{BB962C8B-B14F-4D97-AF65-F5344CB8AC3E}">
        <p14:creationId xmlns:p14="http://schemas.microsoft.com/office/powerpoint/2010/main" val="156783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9ACD-859B-E07C-ABF0-8BDCC9C8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成果展示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30F5F68-6A31-AC12-68C4-5A276E5DC29C}"/>
              </a:ext>
            </a:extLst>
          </p:cNvPr>
          <p:cNvSpPr txBox="1"/>
          <p:nvPr/>
        </p:nvSpPr>
        <p:spPr>
          <a:xfrm>
            <a:off x="1062446" y="1724297"/>
            <a:ext cx="27693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Unity</a:t>
            </a:r>
            <a:r>
              <a:rPr lang="zh-TW" altLang="en-US" dirty="0"/>
              <a:t>去規劃區域，在貨架上新增子物件</a:t>
            </a:r>
            <a:r>
              <a:rPr lang="en-US" altLang="zh-TW" dirty="0"/>
              <a:t>(</a:t>
            </a:r>
            <a:r>
              <a:rPr lang="zh-TW" altLang="en-US" dirty="0"/>
              <a:t>子物件是規劃區域</a:t>
            </a:r>
            <a:r>
              <a:rPr lang="en-US" altLang="zh-TW" dirty="0"/>
              <a:t>)</a:t>
            </a:r>
            <a:r>
              <a:rPr lang="zh-TW" altLang="en-US" dirty="0"/>
              <a:t>，在套用</a:t>
            </a:r>
            <a:r>
              <a:rPr lang="en-US" altLang="zh-TW" dirty="0" err="1"/>
              <a:t>ZoneMat</a:t>
            </a:r>
            <a:r>
              <a:rPr lang="zh-TW" altLang="en-US" dirty="0"/>
              <a:t>的屬性到每個子物件，最後就會呈現出半透明的紅色區塊</a:t>
            </a:r>
          </a:p>
        </p:txBody>
      </p:sp>
      <p:pic>
        <p:nvPicPr>
          <p:cNvPr id="5" name="圖片 4" descr="一張含有 螢幕擷取畫面, 多媒體軟體, 繪圖軟體, 軟體 的圖片&#10;&#10;AI 產生的內容可能不正確。">
            <a:extLst>
              <a:ext uri="{FF2B5EF4-FFF2-40B4-BE49-F238E27FC236}">
                <a16:creationId xmlns:a16="http://schemas.microsoft.com/office/drawing/2014/main" id="{BECFB8C1-B0EB-1620-D29D-6A57ECF5B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726" y="1878185"/>
            <a:ext cx="7289074" cy="376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0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9ACD-859B-E07C-ABF0-8BDCC9C8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成果展示</a:t>
            </a:r>
          </a:p>
        </p:txBody>
      </p:sp>
      <p:pic>
        <p:nvPicPr>
          <p:cNvPr id="7" name="圖片 6" descr="一張含有 螢幕擷取畫面, 繪圖軟體, 3D 模型, 多媒體軟體 的圖片&#10;&#10;AI 產生的內容可能不正確。">
            <a:extLst>
              <a:ext uri="{FF2B5EF4-FFF2-40B4-BE49-F238E27FC236}">
                <a16:creationId xmlns:a16="http://schemas.microsoft.com/office/drawing/2014/main" id="{560DD1C1-9D09-EDE8-2B6E-4A79FBAED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463" y="2523487"/>
            <a:ext cx="6374674" cy="298403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88911FE-C339-FBD0-23C9-D06AAFB70363}"/>
              </a:ext>
            </a:extLst>
          </p:cNvPr>
          <p:cNvSpPr txBox="1"/>
          <p:nvPr/>
        </p:nvSpPr>
        <p:spPr>
          <a:xfrm>
            <a:off x="1149531" y="1741715"/>
            <a:ext cx="2917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將人物換成人形模型，不用士兵模型，並導入高健場景到</a:t>
            </a:r>
            <a:r>
              <a:rPr lang="en-US" altLang="zh-TW" dirty="0"/>
              <a:t>three.js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244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785C-5367-7A1E-8C4A-F7F7114B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DD0458-BB68-B929-2B1F-791B94621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下周進度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F80B75-C463-8E02-92C5-90EDCDAA6914}"/>
              </a:ext>
            </a:extLst>
          </p:cNvPr>
          <p:cNvSpPr txBox="1"/>
          <p:nvPr/>
        </p:nvSpPr>
        <p:spPr>
          <a:xfrm>
            <a:off x="1184371" y="2392571"/>
            <a:ext cx="6914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12/8~12/12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原始</a:t>
            </a:r>
            <a:r>
              <a:rPr lang="en-US" altLang="zh-TW" sz="1600" strike="sngStrike" dirty="0"/>
              <a:t>GLB</a:t>
            </a:r>
            <a:r>
              <a:rPr lang="zh-TW" altLang="en-US" sz="1600" strike="sngStrike" dirty="0"/>
              <a:t>檔使用</a:t>
            </a:r>
            <a:r>
              <a:rPr lang="en-US" altLang="zh-TW" sz="1600" strike="sngStrike" dirty="0"/>
              <a:t>AI</a:t>
            </a:r>
            <a:r>
              <a:rPr lang="zh-TW" altLang="en-US" sz="1600" strike="sngStrike" dirty="0"/>
              <a:t>生成較好看的</a:t>
            </a:r>
            <a:r>
              <a:rPr lang="en-US" altLang="zh-TW" sz="1600" strike="sngStrike" dirty="0"/>
              <a:t>GLB</a:t>
            </a:r>
            <a:r>
              <a:rPr lang="zh-TW" altLang="en-US" sz="1600" strike="sngStrike" dirty="0"/>
              <a:t>檔跟虛擬真實的影片</a:t>
            </a:r>
            <a:endParaRPr lang="en-US" altLang="zh-TW" sz="1600" strike="sngStrike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4255422-6B8C-E778-2066-077CCC6FDD5E}"/>
              </a:ext>
            </a:extLst>
          </p:cNvPr>
          <p:cNvSpPr txBox="1"/>
          <p:nvPr/>
        </p:nvSpPr>
        <p:spPr>
          <a:xfrm>
            <a:off x="1149531" y="1399794"/>
            <a:ext cx="6914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12/01~12/05</a:t>
            </a:r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灌新的</a:t>
            </a:r>
            <a:r>
              <a:rPr lang="en-US" altLang="zh-TW" sz="1600" strike="sngStrike" dirty="0"/>
              <a:t>jetson</a:t>
            </a:r>
            <a:r>
              <a:rPr lang="zh-TW" altLang="en-US" sz="1600" strike="sngStrike" dirty="0"/>
              <a:t>系統，並安裝</a:t>
            </a:r>
            <a:r>
              <a:rPr lang="en-US" altLang="zh-TW" sz="1600" strike="sngStrike" dirty="0"/>
              <a:t>yolo</a:t>
            </a:r>
            <a:r>
              <a:rPr lang="zh-TW" altLang="en-US" sz="1600" strike="sngStrike" dirty="0"/>
              <a:t>相關套件，測試程式能正常執行</a:t>
            </a:r>
            <a:endParaRPr lang="en-US" altLang="zh-TW" sz="1600" strike="sngStrike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9607516-3D1B-AD5A-6138-6B94615457BA}"/>
              </a:ext>
            </a:extLst>
          </p:cNvPr>
          <p:cNvSpPr txBox="1"/>
          <p:nvPr/>
        </p:nvSpPr>
        <p:spPr>
          <a:xfrm>
            <a:off x="1184371" y="3385348"/>
            <a:ext cx="69146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12/15~12/19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安裝</a:t>
            </a:r>
            <a:r>
              <a:rPr lang="en-US" altLang="zh-TW" sz="1600" strike="sngStrike" dirty="0"/>
              <a:t>SAM 3D</a:t>
            </a:r>
            <a:r>
              <a:rPr lang="zh-TW" altLang="en-US" sz="1600" strike="sngStrike" dirty="0"/>
              <a:t>模型來建立物件</a:t>
            </a:r>
            <a:endParaRPr lang="en-US" altLang="zh-TW" sz="1600" strike="sngStrike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建立高健倉儲的</a:t>
            </a:r>
            <a:r>
              <a:rPr lang="en-US" altLang="zh-TW" sz="1600" strike="sngStrike" dirty="0"/>
              <a:t>3D</a:t>
            </a:r>
            <a:r>
              <a:rPr lang="zh-TW" altLang="en-US" sz="1600" strike="sngStrike" dirty="0"/>
              <a:t>場景圖</a:t>
            </a:r>
            <a:endParaRPr lang="en-US" altLang="zh-TW" sz="1600" strike="sngStrike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用生成出來的</a:t>
            </a:r>
            <a:r>
              <a:rPr lang="en-US" altLang="zh-TW" sz="1600" strike="sngStrike" dirty="0"/>
              <a:t>3D</a:t>
            </a:r>
            <a:r>
              <a:rPr lang="zh-TW" altLang="en-US" sz="1600" strike="sngStrike" dirty="0"/>
              <a:t>動畫丟給</a:t>
            </a:r>
            <a:r>
              <a:rPr lang="en-US" altLang="zh-TW" sz="1600" strike="sngStrike" dirty="0"/>
              <a:t>AI</a:t>
            </a:r>
            <a:r>
              <a:rPr lang="zh-TW" altLang="en-US" sz="1600" strike="sngStrike" dirty="0"/>
              <a:t>請他生成虛擬真實的畫面</a:t>
            </a:r>
            <a:endParaRPr lang="en-US" altLang="zh-TW" sz="1600" strike="sngStrike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C04EC3-A61D-964E-C67F-1BB8B8934A35}"/>
              </a:ext>
            </a:extLst>
          </p:cNvPr>
          <p:cNvSpPr txBox="1"/>
          <p:nvPr/>
        </p:nvSpPr>
        <p:spPr>
          <a:xfrm>
            <a:off x="1149530" y="4462566"/>
            <a:ext cx="7036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12/22~12/26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將匯入高健場景</a:t>
            </a:r>
            <a:r>
              <a:rPr lang="en-US" altLang="zh-TW" sz="1600" strike="sngStrike" dirty="0" err="1"/>
              <a:t>glb</a:t>
            </a:r>
            <a:r>
              <a:rPr lang="zh-TW" altLang="en-US" sz="1600" strike="sngStrike" dirty="0"/>
              <a:t>檔到</a:t>
            </a:r>
            <a:r>
              <a:rPr lang="en-US" altLang="zh-TW" sz="1600" strike="sngStrike" dirty="0"/>
              <a:t>Three.js</a:t>
            </a:r>
            <a:r>
              <a:rPr lang="zh-TW" altLang="en-US" sz="1600" strike="sngStrike" dirty="0"/>
              <a:t>網頁</a:t>
            </a:r>
            <a:endParaRPr lang="en-US" altLang="zh-TW" sz="1600" strike="sngStrike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在貨架上生成透明區塊來標示位置並操作人物搬移箱子到指定區域</a:t>
            </a:r>
            <a:endParaRPr lang="en-US" altLang="zh-TW" sz="1600" strike="sngStrike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CCE975-4F97-A2CF-CB6B-99578C0F3FBF}"/>
              </a:ext>
            </a:extLst>
          </p:cNvPr>
          <p:cNvSpPr txBox="1"/>
          <p:nvPr/>
        </p:nvSpPr>
        <p:spPr>
          <a:xfrm>
            <a:off x="1149529" y="5284686"/>
            <a:ext cx="7036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12/29~1/2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dirty="0"/>
              <a:t>搜尋貨物位置並顯示該區域位置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dirty="0"/>
              <a:t>標示區域貨物名稱跟數量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36853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206931</TotalTime>
  <Words>243</Words>
  <Application>Microsoft Office PowerPoint</Application>
  <PresentationFormat>寬螢幕</PresentationFormat>
  <Paragraphs>32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標楷體</vt:lpstr>
      <vt:lpstr>Arial</vt:lpstr>
      <vt:lpstr>Calibri</vt:lpstr>
      <vt:lpstr>Times New Roman</vt:lpstr>
      <vt:lpstr>Office 佈景主題</vt:lpstr>
      <vt:lpstr>專案進度報告 Three.js_project</vt:lpstr>
      <vt:lpstr>本周進度</vt:lpstr>
      <vt:lpstr>成果展示</vt:lpstr>
      <vt:lpstr>成果展示</vt:lpstr>
      <vt:lpstr>下周進度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專案名稱</dc:title>
  <dc:creator>user</dc:creator>
  <cp:lastModifiedBy>user</cp:lastModifiedBy>
  <cp:revision>490</cp:revision>
  <dcterms:modified xsi:type="dcterms:W3CDTF">2025-12-24T11:23:17Z</dcterms:modified>
</cp:coreProperties>
</file>