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73" r:id="rId3"/>
    <p:sldId id="547" r:id="rId4"/>
    <p:sldId id="549" r:id="rId5"/>
    <p:sldId id="550" r:id="rId6"/>
    <p:sldId id="544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進度報告" id="{3316B50E-A940-4124-9BBB-A9F21B8EF1E0}">
          <p14:sldIdLst>
            <p14:sldId id="256"/>
          </p14:sldIdLst>
        </p14:section>
        <p14:section name="本周進度" id="{381D6860-8AB4-4E59-9406-2056955E0F1A}">
          <p14:sldIdLst>
            <p14:sldId id="273"/>
            <p14:sldId id="547"/>
            <p14:sldId id="549"/>
            <p14:sldId id="550"/>
          </p14:sldIdLst>
        </p14:section>
        <p14:section name="0808" id="{97FA91FF-CDEB-46D4-85D2-9A8031C71CF0}">
          <p14:sldIdLst>
            <p14:sldId id="544"/>
          </p14:sldIdLst>
        </p14:section>
        <p14:section name="0808" id="{BDAB4162-8A4C-4CAE-9181-3C8DBDCAEC8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599F07-84DA-7A1D-224F-DE5653944674}" name="C109112107" initials="C" userId="C109112107" providerId="Non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109112107" initials="C" lastIdx="1" clrIdx="0">
    <p:extLst>
      <p:ext uri="{19B8F6BF-5375-455C-9EA6-DF929625EA0E}">
        <p15:presenceInfo xmlns:p15="http://schemas.microsoft.com/office/powerpoint/2012/main" userId="C109112107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588" autoAdjust="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outlineViewPr>
    <p:cViewPr>
      <p:scale>
        <a:sx n="33" d="100"/>
        <a:sy n="33" d="100"/>
      </p:scale>
      <p:origin x="0" y="-236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zh-TW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0" name="Google Shape;90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 altLang="zh-TW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092794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altLang="zh-TW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lang="zh-TW" alt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91463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物件">
  <p:cSld name="標題及物件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201850"/>
            <a:ext cx="10515600" cy="5037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3302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兩項物件" type="twoObj">
  <p:cSld name="TWO_OBJECTS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對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只有標題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內容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含標題的圖片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及直排文字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3577474" y="-1536701"/>
            <a:ext cx="5037053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直排標題及文字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標題投影片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838200" y="4295163"/>
            <a:ext cx="10515600" cy="1964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lvl="1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838200" y="1389529"/>
            <a:ext cx="10515600" cy="29056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654977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body" idx="1"/>
          </p:nvPr>
        </p:nvSpPr>
        <p:spPr>
          <a:xfrm>
            <a:off x="838200" y="1202572"/>
            <a:ext cx="10515600" cy="503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7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  <a:defRPr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  <p:cxnSp>
        <p:nvCxnSpPr>
          <p:cNvPr id="15" name="Google Shape;15;p1"/>
          <p:cNvCxnSpPr/>
          <p:nvPr/>
        </p:nvCxnSpPr>
        <p:spPr>
          <a:xfrm>
            <a:off x="838200" y="1143848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16" name="Google Shape;16;p1"/>
          <p:cNvCxnSpPr/>
          <p:nvPr/>
        </p:nvCxnSpPr>
        <p:spPr>
          <a:xfrm>
            <a:off x="838200" y="6296092"/>
            <a:ext cx="10515600" cy="0"/>
          </a:xfrm>
          <a:prstGeom prst="straightConnector1">
            <a:avLst/>
          </a:prstGeom>
          <a:noFill/>
          <a:ln w="57150" cap="flat" cmpd="sng">
            <a:solidFill>
              <a:srgbClr val="00B050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17" name="Google Shape;17;p1" descr="C:\Documents and Settings\frederic\My Documents\My Pictures\Wallpaper Images\GSLAB_LOGO1-120x120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11596536" y="6270925"/>
            <a:ext cx="561907" cy="561907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60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745067" y="1389529"/>
            <a:ext cx="10515600" cy="25442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zh-TW" sz="4000" b="0" dirty="0">
                <a:latin typeface="Times New Roman" panose="02020603050405020304" pitchFamily="18" charset="0"/>
                <a:ea typeface="標楷體" panose="03000509000000000000" pitchFamily="65" charset="-120"/>
              </a:rPr>
              <a:t>專案進度報告</a:t>
            </a:r>
            <a:br>
              <a:rPr lang="zh-TW" sz="4000" b="0" dirty="0">
                <a:latin typeface="Times New Roman" panose="02020603050405020304" pitchFamily="18" charset="0"/>
                <a:ea typeface="標楷體" panose="03000509000000000000" pitchFamily="65" charset="-120"/>
              </a:rPr>
            </a:br>
            <a:r>
              <a:rPr lang="en-US" altLang="zh-TW" sz="4000" b="0" dirty="0" err="1">
                <a:latin typeface="Times New Roman" panose="02020603050405020304" pitchFamily="18" charset="0"/>
                <a:ea typeface="標楷體" panose="03000509000000000000" pitchFamily="65" charset="-120"/>
              </a:rPr>
              <a:t>Three.js_project</a:t>
            </a:r>
            <a:endParaRPr sz="4000" b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1"/>
          </p:nvPr>
        </p:nvSpPr>
        <p:spPr>
          <a:xfrm>
            <a:off x="838200" y="3933825"/>
            <a:ext cx="10515600" cy="23254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負  責  人：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王柏諺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目前成員：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王柏諺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報告日期：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2025/12/19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開始日期：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zh-TW" dirty="0">
                <a:latin typeface="Times New Roman" panose="02020603050405020304" pitchFamily="18" charset="0"/>
                <a:ea typeface="標楷體" panose="03000509000000000000" pitchFamily="65" charset="-120"/>
              </a:rPr>
              <a:t>結束日期：</a:t>
            </a:r>
            <a:endParaRPr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4090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>
            <a:extLst>
              <a:ext uri="{FF2B5EF4-FFF2-40B4-BE49-F238E27FC236}">
                <a16:creationId xmlns:a16="http://schemas.microsoft.com/office/drawing/2014/main" id="{AC4F4B6E-4F10-4308-B721-7CE7E0D9CD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0" indent="0">
              <a:buNone/>
            </a:pP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利用</a:t>
            </a:r>
            <a:r>
              <a:rPr lang="en-US" altLang="zh-TW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SAM</a:t>
            </a: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3D</a:t>
            </a: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生成乾淨的物件模型，在使用</a:t>
            </a:r>
            <a:r>
              <a:rPr lang="en-US" altLang="zh-TW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Tripo3d.ai</a:t>
            </a: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去生成物件模型並導出</a:t>
            </a:r>
            <a:r>
              <a:rPr lang="en-US" altLang="zh-TW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</a:t>
            </a:r>
            <a:r>
              <a:rPr lang="en-US" altLang="zh-TW" sz="1800" dirty="0" err="1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glb</a:t>
            </a: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檔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</a:t>
            </a:r>
            <a:r>
              <a:rPr lang="en-US" altLang="zh-TW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Unity</a:t>
            </a:r>
            <a:r>
              <a:rPr lang="zh-TW" altLang="en-US" sz="1800" dirty="0">
                <a:solidFill>
                  <a:srgbClr val="0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將各個物件模型依照高健場景排列整合並匯出</a:t>
            </a: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127000" indent="0">
              <a:buNone/>
            </a:pPr>
            <a:endParaRPr lang="en-US" altLang="zh-TW" sz="1800" dirty="0">
              <a:solidFill>
                <a:srgbClr val="0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標題 2">
            <a:extLst>
              <a:ext uri="{FF2B5EF4-FFF2-40B4-BE49-F238E27FC236}">
                <a16:creationId xmlns:a16="http://schemas.microsoft.com/office/drawing/2014/main" id="{FC3B81C9-AA45-4CFD-A0D8-FE7A2FCE3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</a:rPr>
              <a:t>本周進度</a:t>
            </a:r>
          </a:p>
        </p:txBody>
      </p:sp>
    </p:spTree>
    <p:extLst>
      <p:ext uri="{BB962C8B-B14F-4D97-AF65-F5344CB8AC3E}">
        <p14:creationId xmlns:p14="http://schemas.microsoft.com/office/powerpoint/2010/main" val="15678366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ACD-859B-E07C-ABF0-8BDCC9C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8E017429-F0E7-6A23-DEB6-249C8C9B3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9680" y="2067503"/>
            <a:ext cx="6096001" cy="2870416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34AA9B1-7773-D4EB-5E6A-E41C83702020}"/>
              </a:ext>
            </a:extLst>
          </p:cNvPr>
          <p:cNvSpPr txBox="1"/>
          <p:nvPr/>
        </p:nvSpPr>
        <p:spPr>
          <a:xfrm>
            <a:off x="1280160" y="2211977"/>
            <a:ext cx="29347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由於圖片會有其他小物件，所以先用</a:t>
            </a:r>
            <a:r>
              <a:rPr lang="en-US" altLang="zh-TW" dirty="0"/>
              <a:t>SAM 3D</a:t>
            </a:r>
            <a:r>
              <a:rPr lang="zh-TW" altLang="en-US" dirty="0"/>
              <a:t>去清除小物件，來建立</a:t>
            </a:r>
            <a:r>
              <a:rPr lang="en-US" altLang="zh-TW" dirty="0"/>
              <a:t>3D</a:t>
            </a:r>
            <a:r>
              <a:rPr lang="zh-TW" altLang="en-US" dirty="0"/>
              <a:t>模型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6409A13-B552-C5CF-8909-F2D97328AB43}"/>
              </a:ext>
            </a:extLst>
          </p:cNvPr>
          <p:cNvSpPr txBox="1"/>
          <p:nvPr/>
        </p:nvSpPr>
        <p:spPr>
          <a:xfrm>
            <a:off x="1445623" y="3561806"/>
            <a:ext cx="276932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遇到問題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因為</a:t>
            </a:r>
            <a:r>
              <a:rPr lang="en-US" altLang="zh-TW" dirty="0"/>
              <a:t>SAM 3D</a:t>
            </a:r>
            <a:r>
              <a:rPr lang="zh-TW" altLang="en-US" dirty="0"/>
              <a:t>無法下載</a:t>
            </a:r>
            <a:r>
              <a:rPr lang="en-US" altLang="zh-TW" dirty="0"/>
              <a:t>3D</a:t>
            </a:r>
            <a:r>
              <a:rPr lang="zh-TW" altLang="en-US" dirty="0"/>
              <a:t>模型，所以會用另外的工具去導出</a:t>
            </a:r>
          </a:p>
        </p:txBody>
      </p:sp>
    </p:spTree>
    <p:extLst>
      <p:ext uri="{BB962C8B-B14F-4D97-AF65-F5344CB8AC3E}">
        <p14:creationId xmlns:p14="http://schemas.microsoft.com/office/powerpoint/2010/main" val="24024481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ACD-859B-E07C-ABF0-8BDCC9C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5BFB428-F497-DBF2-BE55-7051ECDBCCF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68"/>
          <a:stretch/>
        </p:blipFill>
        <p:spPr>
          <a:xfrm>
            <a:off x="4214948" y="2055190"/>
            <a:ext cx="6766561" cy="318607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20DBFE8-516C-7D10-3868-353EDC44BBEF}"/>
              </a:ext>
            </a:extLst>
          </p:cNvPr>
          <p:cNvSpPr txBox="1"/>
          <p:nvPr/>
        </p:nvSpPr>
        <p:spPr>
          <a:xfrm>
            <a:off x="1210491" y="1990783"/>
            <a:ext cx="25254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將</a:t>
            </a:r>
            <a:r>
              <a:rPr lang="en-US" altLang="zh-TW" dirty="0"/>
              <a:t>SAM</a:t>
            </a:r>
            <a:r>
              <a:rPr lang="zh-TW" altLang="en-US" dirty="0"/>
              <a:t> </a:t>
            </a:r>
            <a:r>
              <a:rPr lang="en-US" altLang="zh-TW" dirty="0"/>
              <a:t>3D</a:t>
            </a:r>
            <a:r>
              <a:rPr lang="zh-TW" altLang="en-US" dirty="0"/>
              <a:t>所生成的模型去截圖成</a:t>
            </a:r>
            <a:r>
              <a:rPr lang="en-US" altLang="zh-TW" dirty="0" err="1"/>
              <a:t>png</a:t>
            </a:r>
            <a:r>
              <a:rPr lang="zh-TW" altLang="en-US" dirty="0"/>
              <a:t>檔，再使用</a:t>
            </a:r>
            <a:r>
              <a:rPr lang="en-US" altLang="zh-TW" dirty="0"/>
              <a:t>Tripo3d.ai</a:t>
            </a:r>
            <a:r>
              <a:rPr lang="zh-TW" altLang="en-US" dirty="0"/>
              <a:t>去生成物件模型來去導出</a:t>
            </a:r>
            <a:r>
              <a:rPr lang="en-US" altLang="zh-TW" dirty="0" err="1"/>
              <a:t>glb</a:t>
            </a:r>
            <a:r>
              <a:rPr lang="zh-TW" altLang="en-US" dirty="0"/>
              <a:t>檔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0F2332B-8017-8BB0-F746-80036340B0BC}"/>
              </a:ext>
            </a:extLst>
          </p:cNvPr>
          <p:cNvSpPr txBox="1"/>
          <p:nvPr/>
        </p:nvSpPr>
        <p:spPr>
          <a:xfrm>
            <a:off x="1210491" y="3445751"/>
            <a:ext cx="2656115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遇到問題</a:t>
            </a:r>
            <a:endParaRPr lang="en-US" altLang="zh-TW" dirty="0"/>
          </a:p>
          <a:p>
            <a:r>
              <a:rPr lang="zh-TW" altLang="en-US" dirty="0"/>
              <a:t>生成</a:t>
            </a:r>
            <a:r>
              <a:rPr lang="en-US" altLang="zh-TW" dirty="0"/>
              <a:t>3D</a:t>
            </a:r>
            <a:r>
              <a:rPr lang="zh-TW" altLang="en-US" dirty="0"/>
              <a:t>模型有一定的限制，目前是免費使用</a:t>
            </a:r>
          </a:p>
        </p:txBody>
      </p:sp>
    </p:spTree>
    <p:extLst>
      <p:ext uri="{BB962C8B-B14F-4D97-AF65-F5344CB8AC3E}">
        <p14:creationId xmlns:p14="http://schemas.microsoft.com/office/powerpoint/2010/main" val="3416121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9ACD-859B-E07C-ABF0-8BDCC9C8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成果展示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49BD194C-D3FE-5E28-36E1-3B21E2A1D940}"/>
              </a:ext>
            </a:extLst>
          </p:cNvPr>
          <p:cNvSpPr txBox="1"/>
          <p:nvPr/>
        </p:nvSpPr>
        <p:spPr>
          <a:xfrm>
            <a:off x="838200" y="1987385"/>
            <a:ext cx="288253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使用</a:t>
            </a:r>
            <a:r>
              <a:rPr lang="en-US" altLang="zh-TW" dirty="0"/>
              <a:t>Unity</a:t>
            </a:r>
            <a:r>
              <a:rPr lang="zh-TW" altLang="en-US" dirty="0"/>
              <a:t>去匯入各個物件模型，並按照高健場景去排列，最後再匯出成一個</a:t>
            </a:r>
            <a:r>
              <a:rPr lang="en-US" altLang="zh-TW" dirty="0" err="1"/>
              <a:t>glb</a:t>
            </a:r>
            <a:r>
              <a:rPr lang="zh-TW" altLang="en-US" dirty="0"/>
              <a:t>檔</a:t>
            </a: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E3F6E7F-6BA2-3C96-AEB1-F8C68E6FC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637" y="1813792"/>
            <a:ext cx="7116588" cy="3458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988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A785C-5367-7A1E-8C4A-F7F7114B9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BDD0458-BB68-B929-2B1F-791B94621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下周進度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4F80B75-C463-8E02-92C5-90EDCDAA6914}"/>
              </a:ext>
            </a:extLst>
          </p:cNvPr>
          <p:cNvSpPr txBox="1"/>
          <p:nvPr/>
        </p:nvSpPr>
        <p:spPr>
          <a:xfrm>
            <a:off x="1184371" y="2392571"/>
            <a:ext cx="6914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12/8~12/12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原始</a:t>
            </a:r>
            <a:r>
              <a:rPr lang="en-US" altLang="zh-TW" sz="1600" dirty="0"/>
              <a:t>GLB</a:t>
            </a:r>
            <a:r>
              <a:rPr lang="zh-TW" altLang="en-US" sz="1600" dirty="0"/>
              <a:t>檔使用</a:t>
            </a:r>
            <a:r>
              <a:rPr lang="en-US" altLang="zh-TW" sz="1600" dirty="0"/>
              <a:t>AI</a:t>
            </a:r>
            <a:r>
              <a:rPr lang="zh-TW" altLang="en-US" sz="1600" dirty="0"/>
              <a:t>生成較好看的</a:t>
            </a:r>
            <a:r>
              <a:rPr lang="en-US" altLang="zh-TW" sz="1600" dirty="0"/>
              <a:t>GLB</a:t>
            </a:r>
            <a:r>
              <a:rPr lang="zh-TW" altLang="en-US" sz="1600" dirty="0"/>
              <a:t>檔跟虛擬真實的影片</a:t>
            </a:r>
            <a:endParaRPr lang="en-US" altLang="zh-TW" sz="1600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A4255422-6B8C-E778-2066-077CCC6FDD5E}"/>
              </a:ext>
            </a:extLst>
          </p:cNvPr>
          <p:cNvSpPr txBox="1"/>
          <p:nvPr/>
        </p:nvSpPr>
        <p:spPr>
          <a:xfrm>
            <a:off x="1149531" y="1399794"/>
            <a:ext cx="691460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12/01~12/05</a:t>
            </a:r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灌新的</a:t>
            </a:r>
            <a:r>
              <a:rPr lang="en-US" altLang="zh-TW" sz="1600" strike="sngStrike" dirty="0"/>
              <a:t>jetson</a:t>
            </a:r>
            <a:r>
              <a:rPr lang="zh-TW" altLang="en-US" sz="1600" strike="sngStrike" dirty="0"/>
              <a:t>系統，並安裝</a:t>
            </a:r>
            <a:r>
              <a:rPr lang="en-US" altLang="zh-TW" sz="1600" strike="sngStrike" dirty="0"/>
              <a:t>yolo</a:t>
            </a:r>
            <a:r>
              <a:rPr lang="zh-TW" altLang="en-US" sz="1600" strike="sngStrike" dirty="0"/>
              <a:t>相關套件，測試程式能正常執行</a:t>
            </a:r>
            <a:endParaRPr lang="en-US" altLang="zh-TW" sz="1600" strike="sngStrike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B9607516-3D1B-AD5A-6138-6B94615457BA}"/>
              </a:ext>
            </a:extLst>
          </p:cNvPr>
          <p:cNvSpPr txBox="1"/>
          <p:nvPr/>
        </p:nvSpPr>
        <p:spPr>
          <a:xfrm>
            <a:off x="1184371" y="3385348"/>
            <a:ext cx="691460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12/15~12/19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安裝</a:t>
            </a:r>
            <a:r>
              <a:rPr lang="en-US" altLang="zh-TW" sz="1600" strike="sngStrike" dirty="0"/>
              <a:t>SAM 3D</a:t>
            </a:r>
            <a:r>
              <a:rPr lang="zh-TW" altLang="en-US" sz="1600" strike="sngStrike" dirty="0"/>
              <a:t>模型來建立物件</a:t>
            </a:r>
            <a:endParaRPr lang="en-US" altLang="zh-TW" sz="1600" strike="sngStrike" dirty="0"/>
          </a:p>
          <a:p>
            <a:r>
              <a:rPr lang="en-US" altLang="zh-TW" sz="1600" dirty="0"/>
              <a:t>	</a:t>
            </a:r>
            <a:r>
              <a:rPr lang="zh-TW" altLang="en-US" sz="1600" strike="sngStrike" dirty="0"/>
              <a:t>建立高健倉儲的</a:t>
            </a:r>
            <a:r>
              <a:rPr lang="en-US" altLang="zh-TW" sz="1600" strike="sngStrike" dirty="0"/>
              <a:t>3D</a:t>
            </a:r>
            <a:r>
              <a:rPr lang="zh-TW" altLang="en-US" sz="1600" strike="sngStrike" dirty="0"/>
              <a:t>場景圖</a:t>
            </a:r>
            <a:endParaRPr lang="en-US" altLang="zh-TW" sz="1600" strike="sngStrike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用生成出來的</a:t>
            </a:r>
            <a:r>
              <a:rPr lang="en-US" altLang="zh-TW" sz="1600" dirty="0"/>
              <a:t>3D</a:t>
            </a:r>
            <a:r>
              <a:rPr lang="zh-TW" altLang="en-US" sz="1600" dirty="0"/>
              <a:t>動畫丟給</a:t>
            </a:r>
            <a:r>
              <a:rPr lang="en-US" altLang="zh-TW" sz="1600" dirty="0"/>
              <a:t>AI</a:t>
            </a:r>
            <a:r>
              <a:rPr lang="zh-TW" altLang="en-US" sz="1600" dirty="0"/>
              <a:t>請他生成虛擬真實的畫面</a:t>
            </a:r>
            <a:endParaRPr lang="en-US" altLang="zh-TW" sz="1600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77C04EC3-A61D-964E-C67F-1BB8B8934A35}"/>
              </a:ext>
            </a:extLst>
          </p:cNvPr>
          <p:cNvSpPr txBox="1"/>
          <p:nvPr/>
        </p:nvSpPr>
        <p:spPr>
          <a:xfrm>
            <a:off x="1149530" y="4462566"/>
            <a:ext cx="703652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600" dirty="0"/>
              <a:t>12/22~12/26</a:t>
            </a:r>
            <a:r>
              <a:rPr lang="zh-TW" altLang="en-US" sz="1600" dirty="0"/>
              <a:t> 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將匯入高健場景</a:t>
            </a:r>
            <a:r>
              <a:rPr lang="en-US" altLang="zh-TW" sz="1600" dirty="0" err="1"/>
              <a:t>glb</a:t>
            </a:r>
            <a:r>
              <a:rPr lang="zh-TW" altLang="en-US" sz="1600" dirty="0"/>
              <a:t>檔到</a:t>
            </a:r>
            <a:r>
              <a:rPr lang="en-US" altLang="zh-TW" sz="1600" dirty="0"/>
              <a:t>Three.js</a:t>
            </a:r>
            <a:r>
              <a:rPr lang="zh-TW" altLang="en-US" sz="1600" dirty="0"/>
              <a:t>網頁</a:t>
            </a:r>
            <a:endParaRPr lang="en-US" altLang="zh-TW" sz="1600" dirty="0"/>
          </a:p>
          <a:p>
            <a:r>
              <a:rPr lang="en-US" altLang="zh-TW" sz="1600" dirty="0"/>
              <a:t>	</a:t>
            </a:r>
            <a:r>
              <a:rPr lang="zh-TW" altLang="en-US" sz="1600" dirty="0"/>
              <a:t>在貨架上生成透明區塊來標示位置並操作人物搬移箱子到指定區域</a:t>
            </a:r>
            <a:endParaRPr lang="en-US" altLang="zh-TW" sz="1600" dirty="0"/>
          </a:p>
        </p:txBody>
      </p:sp>
    </p:spTree>
    <p:extLst>
      <p:ext uri="{BB962C8B-B14F-4D97-AF65-F5344CB8AC3E}">
        <p14:creationId xmlns:p14="http://schemas.microsoft.com/office/powerpoint/2010/main" val="368539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206868</TotalTime>
  <Words>293</Words>
  <Application>Microsoft Office PowerPoint</Application>
  <PresentationFormat>寬螢幕</PresentationFormat>
  <Paragraphs>34</Paragraphs>
  <Slides>6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0" baseType="lpstr">
      <vt:lpstr>Arial</vt:lpstr>
      <vt:lpstr>Calibri</vt:lpstr>
      <vt:lpstr>Times New Roman</vt:lpstr>
      <vt:lpstr>Office 佈景主題</vt:lpstr>
      <vt:lpstr>專案進度報告 Three.js_project</vt:lpstr>
      <vt:lpstr>本周進度</vt:lpstr>
      <vt:lpstr>成果展示</vt:lpstr>
      <vt:lpstr>成果展示</vt:lpstr>
      <vt:lpstr>成果展示</vt:lpstr>
      <vt:lpstr>下周進度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專案進度報告 專案名稱</dc:title>
  <dc:creator>user</dc:creator>
  <cp:lastModifiedBy>user</cp:lastModifiedBy>
  <cp:revision>488</cp:revision>
  <dcterms:modified xsi:type="dcterms:W3CDTF">2025-12-19T07:00:55Z</dcterms:modified>
</cp:coreProperties>
</file>